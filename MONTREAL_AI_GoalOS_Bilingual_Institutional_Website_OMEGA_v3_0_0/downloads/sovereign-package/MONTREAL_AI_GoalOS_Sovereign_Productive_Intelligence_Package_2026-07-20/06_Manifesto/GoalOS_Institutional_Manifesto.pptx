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NTREAL_AI_GoalOS_Sovereign_Productive_Intelligence_Package_2026-07-20/00_Assets/GoalOS_Institutional_Manifes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MONTREAL.AI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GoalOS - The Institution That Converts Intelligence Into Compounding Productive Power</dc:title>
  <dc:subject>GoalOS Institutional Manifesto</dc:subject>
  <dc:creator>MONTREAL.AI</dc:creator>
  <cp:lastModifiedBy>MONTREAL.AI</cp:lastModifiedBy>
  <cp:revision>1</cp:revision>
  <dcterms:created xsi:type="dcterms:W3CDTF">2026-07-20T19:18:30Z</dcterms:created>
  <dcterms:modified xsi:type="dcterms:W3CDTF">2026-07-20T19:18:30Z</dcterms:modified>
</cp:coreProperties>
</file>